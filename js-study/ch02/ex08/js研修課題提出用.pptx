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>
        <p:scale>
          <a:sx n="75" d="100"/>
          <a:sy n="75" d="100"/>
        </p:scale>
        <p:origin x="226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365FE-AC9F-48A3-894A-ED993B468637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124F16-24C2-44E4-8289-17D6D576FF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1117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BBCCDF-6B86-A5D6-D19B-E8AD726D53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F88E5C7-38C8-5706-5EF3-9A94D5A78A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F52C23-4E99-FC6A-6598-CF75F568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876D0B-62E4-E095-52E5-4EFFE1DEC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6EB56B-9222-4BEF-AAEA-B200C6EF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129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3A02B4-03DB-AA4D-C62A-3EADF4E10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FFFCAD-F1A1-764A-9CF8-7A8CD06A4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3EA527-C2E5-B2BA-7308-3F78689E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8F00A7-821E-E7A9-F352-98EC126F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EA31BF-B0E0-DF1D-2117-2678F7F14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9093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5BC66A-E659-DA66-0EE7-94A283F26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A2713C-B085-492E-2F5C-720A985DD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2EF0C9-7CE5-C3CF-2FE1-51F1EA8DE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9D0892-DD0E-60F4-DCC5-4DD283DA0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C8B243C-0873-41F3-15D9-57FF19ED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044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3109E3-A636-204A-A122-FBA5CCE3A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292A90-FA03-BFCF-EA57-302BAE501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A27F2F-C9BD-04A3-1FAC-286AC9388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C8DC70-476C-A135-F7FB-8ECB46B7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104379-EE59-FBB4-4507-943E5A03D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3C4F29-BBE9-1272-DABF-0EB28307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734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3F0006-0D38-2CCB-AC44-75602820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9CCAFE-20DD-D134-1700-8E97A84C7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4D84BAE-B4FE-2CAF-B88C-98BF6D3D4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575124B-EB07-833D-A60F-1CC2863B3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C5EEDD0-2E23-2DDD-7EF6-6EF84A5FC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FD641C-FEEB-ECAC-CD20-F20142677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77FAA6C-3478-D080-BDBF-79660010C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109CDD2-B54C-2798-B52A-9704989C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130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8C56EE-66DE-7094-B594-87719D67B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F62B3E8-8DC9-F61B-CE07-E764A39C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5159670-C6CC-8243-5669-2BC9E00FF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7E42F80-5819-2F95-4A9C-1AF5B40C5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5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8734D6-03E2-D1E8-635A-4F27B3DC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A07E615-F9D3-6234-DA4E-248BCBF6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06832BD-EEF6-D1F4-860D-F58B0351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876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EAF11-791F-C021-0ED2-59651EF8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40C561-ECF5-B279-B3D5-5A06A3B90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294315-83EB-1D7D-8A57-B9A6E9777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1182C0D-6D3D-E1A9-F509-D31A1426C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2253B96-44CF-80F2-782F-C5CC6A0B7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9DC227C-5E48-D390-E0B7-CB6B5971D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7656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6B900C-54AF-6335-9E0D-429AD5D4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52F3729-62A8-DEE4-CCF3-43AFB24096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1A75FC-C6B6-264E-2704-70E665F18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592A1C7-5392-3CEF-069C-5CE4DB6F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E86A66-1BCA-076A-532D-C7EA89959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80D0331-0E01-E996-7E1C-C4243144D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5258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EDB2BD-41A5-D49F-A62F-FD6DCF72C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D3A49E-56DB-9725-177A-A6392D475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4C07AF-CECC-50D4-6D17-C33CA710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7AF083-93E9-F244-CECC-1B1B31C73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72E8CC2-B2CA-D52F-7469-CD79C1106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973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8307DE1-61C4-8F8A-21C1-29DDC1DAC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B2490B-BB46-5605-1405-269D23424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0EB1D7E-6BD7-156D-5FF3-D41085E2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BC1C1D-085D-FF79-70A1-918D97DC5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FE20CF4-20C9-1F31-06DE-95E82FE5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293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2CA248-F4F4-D372-4832-387B0928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F076579-D47A-CCB0-37EA-19C5BBE35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CA8FD1-FF98-1A3D-4ABB-E26A72C1C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7B306-BFB7-45C8-81FD-FEFD44370542}" type="datetimeFigureOut">
              <a:rPr kumimoji="1" lang="ja-JP" altLang="en-US" smtClean="0"/>
              <a:t>2026/9/5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77F249D-0A09-E518-1124-8954C7045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CCE646-0841-2EC4-CD91-B0EB9434C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BE460A-EC6F-4ACE-89BF-1FF0D2F6BD7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07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楕円 3">
            <a:extLst>
              <a:ext uri="{FF2B5EF4-FFF2-40B4-BE49-F238E27FC236}">
                <a16:creationId xmlns:a16="http://schemas.microsoft.com/office/drawing/2014/main" id="{36B81570-F611-4375-B946-11BDACFC174A}"/>
              </a:ext>
            </a:extLst>
          </p:cNvPr>
          <p:cNvSpPr/>
          <p:nvPr/>
        </p:nvSpPr>
        <p:spPr>
          <a:xfrm>
            <a:off x="5915891" y="228600"/>
            <a:ext cx="1551709" cy="55077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Program</a:t>
            </a:r>
            <a:endParaRPr kumimoji="1" lang="ja-JP" altLang="en-US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7DBA9B76-ACF0-D770-E411-5FD548AF81A4}"/>
              </a:ext>
            </a:extLst>
          </p:cNvPr>
          <p:cNvSpPr/>
          <p:nvPr/>
        </p:nvSpPr>
        <p:spPr>
          <a:xfrm>
            <a:off x="5701509" y="1115533"/>
            <a:ext cx="1980471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ExpressionStatement</a:t>
            </a: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C8C24C9-3DCE-96BF-4BFB-5876AA9D6342}"/>
              </a:ext>
            </a:extLst>
          </p:cNvPr>
          <p:cNvSpPr/>
          <p:nvPr/>
        </p:nvSpPr>
        <p:spPr>
          <a:xfrm>
            <a:off x="8161492" y="1145246"/>
            <a:ext cx="1980471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ExpressionStatement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B1BAA3-C200-C584-82EC-E556F2B0B185}"/>
              </a:ext>
            </a:extLst>
          </p:cNvPr>
          <p:cNvCxnSpPr>
            <a:cxnSpLocks/>
            <a:stCxn id="4" idx="4"/>
            <a:endCxn id="8" idx="0"/>
          </p:cNvCxnSpPr>
          <p:nvPr/>
        </p:nvCxnSpPr>
        <p:spPr>
          <a:xfrm flipH="1">
            <a:off x="6691745" y="779379"/>
            <a:ext cx="1" cy="336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BE24EFD-E3F2-DC21-89E6-BC0C02EDC294}"/>
              </a:ext>
            </a:extLst>
          </p:cNvPr>
          <p:cNvSpPr txBox="1"/>
          <p:nvPr/>
        </p:nvSpPr>
        <p:spPr>
          <a:xfrm>
            <a:off x="5955806" y="77937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body</a:t>
            </a:r>
            <a:endParaRPr kumimoji="1" lang="ja-JP" altLang="en-US" dirty="0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A8A85FE-7CE2-2448-D21F-9FC60EB750AB}"/>
              </a:ext>
            </a:extLst>
          </p:cNvPr>
          <p:cNvCxnSpPr>
            <a:cxnSpLocks/>
            <a:stCxn id="8" idx="4"/>
            <a:endCxn id="24" idx="0"/>
          </p:cNvCxnSpPr>
          <p:nvPr/>
        </p:nvCxnSpPr>
        <p:spPr>
          <a:xfrm flipH="1">
            <a:off x="6691744" y="1922985"/>
            <a:ext cx="1" cy="3374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D425CC46-3DEC-184B-1E1E-3105C75740C2}"/>
              </a:ext>
            </a:extLst>
          </p:cNvPr>
          <p:cNvSpPr/>
          <p:nvPr/>
        </p:nvSpPr>
        <p:spPr>
          <a:xfrm>
            <a:off x="5649948" y="2260473"/>
            <a:ext cx="2083591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AssignmentExpression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415D82B-4185-4311-73D0-04506E181F01}"/>
              </a:ext>
            </a:extLst>
          </p:cNvPr>
          <p:cNvSpPr txBox="1"/>
          <p:nvPr/>
        </p:nvSpPr>
        <p:spPr>
          <a:xfrm>
            <a:off x="5265219" y="1899594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expression</a:t>
            </a:r>
            <a:endParaRPr kumimoji="1" lang="ja-JP" altLang="en-US" dirty="0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2BE795BC-25D0-E731-BAF0-15EC6195B47B}"/>
              </a:ext>
            </a:extLst>
          </p:cNvPr>
          <p:cNvSpPr/>
          <p:nvPr/>
        </p:nvSpPr>
        <p:spPr>
          <a:xfrm>
            <a:off x="3292395" y="1115533"/>
            <a:ext cx="2067705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VariableDeclaration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4B015C3-739F-70E4-D3C5-34334EB982F0}"/>
              </a:ext>
            </a:extLst>
          </p:cNvPr>
          <p:cNvSpPr txBox="1"/>
          <p:nvPr/>
        </p:nvSpPr>
        <p:spPr>
          <a:xfrm>
            <a:off x="3550743" y="761392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body</a:t>
            </a:r>
            <a:endParaRPr kumimoji="1" lang="ja-JP" altLang="en-US" dirty="0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8068784D-8A07-7223-7C1C-4105F5AEF21C}"/>
              </a:ext>
            </a:extLst>
          </p:cNvPr>
          <p:cNvCxnSpPr>
            <a:cxnSpLocks/>
            <a:stCxn id="4" idx="4"/>
            <a:endCxn id="30" idx="0"/>
          </p:cNvCxnSpPr>
          <p:nvPr/>
        </p:nvCxnSpPr>
        <p:spPr>
          <a:xfrm flipH="1">
            <a:off x="4326248" y="779379"/>
            <a:ext cx="2365498" cy="336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CB71D1B-E968-D3FE-E9C2-66BAA2CA13D8}"/>
              </a:ext>
            </a:extLst>
          </p:cNvPr>
          <p:cNvCxnSpPr>
            <a:cxnSpLocks/>
            <a:stCxn id="4" idx="4"/>
            <a:endCxn id="10" idx="0"/>
          </p:cNvCxnSpPr>
          <p:nvPr/>
        </p:nvCxnSpPr>
        <p:spPr>
          <a:xfrm>
            <a:off x="6691746" y="779379"/>
            <a:ext cx="2459982" cy="3658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D5D9C30-27B6-798A-E43C-11DAB63ECADC}"/>
              </a:ext>
            </a:extLst>
          </p:cNvPr>
          <p:cNvSpPr txBox="1"/>
          <p:nvPr/>
        </p:nvSpPr>
        <p:spPr>
          <a:xfrm>
            <a:off x="8063306" y="655478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body</a:t>
            </a:r>
            <a:endParaRPr kumimoji="1" lang="ja-JP" altLang="en-US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FA5326E1-5138-3A2D-5E04-03F905AF23C1}"/>
              </a:ext>
            </a:extLst>
          </p:cNvPr>
          <p:cNvSpPr txBox="1"/>
          <p:nvPr/>
        </p:nvSpPr>
        <p:spPr>
          <a:xfrm>
            <a:off x="9462558" y="1911723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expression</a:t>
            </a:r>
            <a:endParaRPr kumimoji="1" lang="ja-JP" altLang="en-US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D07927C-1E91-B7DD-4384-5AA88799BE1C}"/>
              </a:ext>
            </a:extLst>
          </p:cNvPr>
          <p:cNvSpPr txBox="1"/>
          <p:nvPr/>
        </p:nvSpPr>
        <p:spPr>
          <a:xfrm>
            <a:off x="2610749" y="1986182"/>
            <a:ext cx="14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declarations</a:t>
            </a:r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FD43E6FD-F00B-45FA-87F3-20D496694338}"/>
              </a:ext>
            </a:extLst>
          </p:cNvPr>
          <p:cNvSpPr/>
          <p:nvPr/>
        </p:nvSpPr>
        <p:spPr>
          <a:xfrm>
            <a:off x="8080561" y="2281055"/>
            <a:ext cx="2528523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CallExpression</a:t>
            </a: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17BFAD79-4A55-D24D-D3CF-A00A272A40C6}"/>
              </a:ext>
            </a:extLst>
          </p:cNvPr>
          <p:cNvSpPr/>
          <p:nvPr/>
        </p:nvSpPr>
        <p:spPr>
          <a:xfrm>
            <a:off x="3331414" y="2288555"/>
            <a:ext cx="1980471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VariableDeclarator</a:t>
            </a:r>
          </a:p>
        </p:txBody>
      </p: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89F65918-83FF-5F68-C14D-6D5D885FD8E1}"/>
              </a:ext>
            </a:extLst>
          </p:cNvPr>
          <p:cNvCxnSpPr>
            <a:cxnSpLocks/>
            <a:stCxn id="30" idx="4"/>
            <a:endCxn id="53" idx="0"/>
          </p:cNvCxnSpPr>
          <p:nvPr/>
        </p:nvCxnSpPr>
        <p:spPr>
          <a:xfrm flipH="1">
            <a:off x="4321650" y="1922985"/>
            <a:ext cx="4598" cy="36557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7C1A9B3C-7283-C819-BB12-49C9FFEF1E6C}"/>
              </a:ext>
            </a:extLst>
          </p:cNvPr>
          <p:cNvCxnSpPr>
            <a:cxnSpLocks/>
            <a:stCxn id="10" idx="4"/>
            <a:endCxn id="51" idx="0"/>
          </p:cNvCxnSpPr>
          <p:nvPr/>
        </p:nvCxnSpPr>
        <p:spPr>
          <a:xfrm>
            <a:off x="9151728" y="1952698"/>
            <a:ext cx="193095" cy="3283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8" name="楕円 77">
            <a:extLst>
              <a:ext uri="{FF2B5EF4-FFF2-40B4-BE49-F238E27FC236}">
                <a16:creationId xmlns:a16="http://schemas.microsoft.com/office/drawing/2014/main" id="{3D2FC82E-DC7F-0746-EF41-D9C84A817CCE}"/>
              </a:ext>
            </a:extLst>
          </p:cNvPr>
          <p:cNvSpPr/>
          <p:nvPr/>
        </p:nvSpPr>
        <p:spPr>
          <a:xfrm>
            <a:off x="3753306" y="3902287"/>
            <a:ext cx="1671392" cy="8996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</a:t>
            </a:r>
            <a:r>
              <a:rPr lang="ja-JP" altLang="ja-JP" dirty="0"/>
              <a:t>dentifier</a:t>
            </a:r>
          </a:p>
          <a:p>
            <a:pPr algn="ctr"/>
            <a:r>
              <a:rPr lang="en-US" altLang="ja-JP" dirty="0"/>
              <a:t>“a”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07DD732A-B055-E0E1-2AA8-AE1390310688}"/>
              </a:ext>
            </a:extLst>
          </p:cNvPr>
          <p:cNvCxnSpPr>
            <a:cxnSpLocks/>
            <a:stCxn id="24" idx="4"/>
            <a:endCxn id="78" idx="0"/>
          </p:cNvCxnSpPr>
          <p:nvPr/>
        </p:nvCxnSpPr>
        <p:spPr>
          <a:xfrm flipH="1">
            <a:off x="4589002" y="3067925"/>
            <a:ext cx="2102742" cy="83436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23687872-C5B1-29D7-E7CD-BD4EA09EAEF0}"/>
              </a:ext>
            </a:extLst>
          </p:cNvPr>
          <p:cNvSpPr txBox="1"/>
          <p:nvPr/>
        </p:nvSpPr>
        <p:spPr>
          <a:xfrm>
            <a:off x="4544634" y="3284288"/>
            <a:ext cx="77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left</a:t>
            </a:r>
          </a:p>
        </p:txBody>
      </p:sp>
      <p:sp>
        <p:nvSpPr>
          <p:cNvPr id="91" name="楕円 90">
            <a:extLst>
              <a:ext uri="{FF2B5EF4-FFF2-40B4-BE49-F238E27FC236}">
                <a16:creationId xmlns:a16="http://schemas.microsoft.com/office/drawing/2014/main" id="{BC50D5C0-E085-BAF3-FBAF-810DFD5B0E8A}"/>
              </a:ext>
            </a:extLst>
          </p:cNvPr>
          <p:cNvSpPr/>
          <p:nvPr/>
        </p:nvSpPr>
        <p:spPr>
          <a:xfrm>
            <a:off x="5720953" y="3990160"/>
            <a:ext cx="1671393" cy="9036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ja-JP" dirty="0"/>
              <a:t>Literal</a:t>
            </a:r>
          </a:p>
          <a:p>
            <a:pPr algn="ctr"/>
            <a:r>
              <a:rPr lang="en-US" altLang="ja-JP" dirty="0"/>
              <a:t>“3”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CCF299E0-2696-30A8-0743-2FDA59121A17}"/>
              </a:ext>
            </a:extLst>
          </p:cNvPr>
          <p:cNvSpPr txBox="1"/>
          <p:nvPr/>
        </p:nvSpPr>
        <p:spPr>
          <a:xfrm>
            <a:off x="6617868" y="3532955"/>
            <a:ext cx="77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right</a:t>
            </a:r>
          </a:p>
        </p:txBody>
      </p: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533517CC-DB35-C78C-614D-A1B48D286ABB}"/>
              </a:ext>
            </a:extLst>
          </p:cNvPr>
          <p:cNvCxnSpPr>
            <a:cxnSpLocks/>
            <a:stCxn id="24" idx="4"/>
            <a:endCxn id="91" idx="0"/>
          </p:cNvCxnSpPr>
          <p:nvPr/>
        </p:nvCxnSpPr>
        <p:spPr>
          <a:xfrm flipH="1">
            <a:off x="6556650" y="3067925"/>
            <a:ext cx="135094" cy="922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22E837F2-DD50-2BED-F75E-6B2A4DA18A70}"/>
              </a:ext>
            </a:extLst>
          </p:cNvPr>
          <p:cNvSpPr txBox="1"/>
          <p:nvPr/>
        </p:nvSpPr>
        <p:spPr>
          <a:xfrm>
            <a:off x="10281196" y="3741889"/>
            <a:ext cx="167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arguments</a:t>
            </a:r>
          </a:p>
        </p:txBody>
      </p:sp>
      <p:sp>
        <p:nvSpPr>
          <p:cNvPr id="114" name="楕円 113">
            <a:extLst>
              <a:ext uri="{FF2B5EF4-FFF2-40B4-BE49-F238E27FC236}">
                <a16:creationId xmlns:a16="http://schemas.microsoft.com/office/drawing/2014/main" id="{0C202076-5171-D847-88E1-F909094224A0}"/>
              </a:ext>
            </a:extLst>
          </p:cNvPr>
          <p:cNvSpPr/>
          <p:nvPr/>
        </p:nvSpPr>
        <p:spPr>
          <a:xfrm>
            <a:off x="10381872" y="5056452"/>
            <a:ext cx="1671393" cy="9036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</a:t>
            </a:r>
            <a:r>
              <a:rPr lang="ja-JP" altLang="ja-JP" dirty="0"/>
              <a:t>dentifier</a:t>
            </a:r>
          </a:p>
          <a:p>
            <a:pPr algn="ctr"/>
            <a:r>
              <a:rPr lang="en-US" altLang="ja-JP" dirty="0"/>
              <a:t>“a”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E48453DE-EB23-1322-9FFA-E2073559E467}"/>
              </a:ext>
            </a:extLst>
          </p:cNvPr>
          <p:cNvCxnSpPr>
            <a:cxnSpLocks/>
            <a:stCxn id="51" idx="4"/>
            <a:endCxn id="114" idx="0"/>
          </p:cNvCxnSpPr>
          <p:nvPr/>
        </p:nvCxnSpPr>
        <p:spPr>
          <a:xfrm>
            <a:off x="9344823" y="3088507"/>
            <a:ext cx="1872746" cy="196794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C9A6A971-422B-7CE4-14A9-9D76DEB61595}"/>
              </a:ext>
            </a:extLst>
          </p:cNvPr>
          <p:cNvSpPr txBox="1"/>
          <p:nvPr/>
        </p:nvSpPr>
        <p:spPr>
          <a:xfrm>
            <a:off x="8793281" y="4869741"/>
            <a:ext cx="167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property</a:t>
            </a:r>
          </a:p>
        </p:txBody>
      </p:sp>
      <p:sp>
        <p:nvSpPr>
          <p:cNvPr id="134" name="楕円 133">
            <a:extLst>
              <a:ext uri="{FF2B5EF4-FFF2-40B4-BE49-F238E27FC236}">
                <a16:creationId xmlns:a16="http://schemas.microsoft.com/office/drawing/2014/main" id="{EC0ADB0C-7D62-D6DD-261A-E8BC7E9F7FCC}"/>
              </a:ext>
            </a:extLst>
          </p:cNvPr>
          <p:cNvSpPr/>
          <p:nvPr/>
        </p:nvSpPr>
        <p:spPr>
          <a:xfrm>
            <a:off x="7923633" y="5419108"/>
            <a:ext cx="1671393" cy="9036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</a:t>
            </a:r>
            <a:r>
              <a:rPr lang="ja-JP" altLang="ja-JP" dirty="0"/>
              <a:t>dentifier</a:t>
            </a:r>
          </a:p>
          <a:p>
            <a:pPr algn="ctr"/>
            <a:r>
              <a:rPr lang="en-US" altLang="ja-JP" dirty="0"/>
              <a:t>“log”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cxnSp>
        <p:nvCxnSpPr>
          <p:cNvPr id="135" name="直線コネクタ 134">
            <a:extLst>
              <a:ext uri="{FF2B5EF4-FFF2-40B4-BE49-F238E27FC236}">
                <a16:creationId xmlns:a16="http://schemas.microsoft.com/office/drawing/2014/main" id="{49452F42-53F2-91A5-619A-D4A9F6BD5B8A}"/>
              </a:ext>
            </a:extLst>
          </p:cNvPr>
          <p:cNvCxnSpPr>
            <a:cxnSpLocks/>
            <a:stCxn id="174" idx="4"/>
            <a:endCxn id="134" idx="0"/>
          </p:cNvCxnSpPr>
          <p:nvPr/>
        </p:nvCxnSpPr>
        <p:spPr>
          <a:xfrm flipH="1">
            <a:off x="8759330" y="4515274"/>
            <a:ext cx="2510" cy="9038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" name="楕円 142">
            <a:extLst>
              <a:ext uri="{FF2B5EF4-FFF2-40B4-BE49-F238E27FC236}">
                <a16:creationId xmlns:a16="http://schemas.microsoft.com/office/drawing/2014/main" id="{60BB390A-F1A9-CDA2-389F-B293D74C8539}"/>
              </a:ext>
            </a:extLst>
          </p:cNvPr>
          <p:cNvSpPr/>
          <p:nvPr/>
        </p:nvSpPr>
        <p:spPr>
          <a:xfrm>
            <a:off x="1655143" y="3653620"/>
            <a:ext cx="1671392" cy="89966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</a:t>
            </a:r>
            <a:r>
              <a:rPr lang="ja-JP" altLang="ja-JP" dirty="0"/>
              <a:t>dentifier</a:t>
            </a:r>
          </a:p>
          <a:p>
            <a:pPr algn="ctr"/>
            <a:r>
              <a:rPr lang="en-US" altLang="ja-JP" dirty="0"/>
              <a:t>“a”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cxnSp>
        <p:nvCxnSpPr>
          <p:cNvPr id="144" name="直線コネクタ 143">
            <a:extLst>
              <a:ext uri="{FF2B5EF4-FFF2-40B4-BE49-F238E27FC236}">
                <a16:creationId xmlns:a16="http://schemas.microsoft.com/office/drawing/2014/main" id="{5D8EB855-FE07-1A88-1487-A0D6A026220D}"/>
              </a:ext>
            </a:extLst>
          </p:cNvPr>
          <p:cNvCxnSpPr>
            <a:cxnSpLocks/>
            <a:stCxn id="53" idx="4"/>
            <a:endCxn id="143" idx="0"/>
          </p:cNvCxnSpPr>
          <p:nvPr/>
        </p:nvCxnSpPr>
        <p:spPr>
          <a:xfrm flipH="1">
            <a:off x="2490839" y="3096007"/>
            <a:ext cx="1830811" cy="5576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9B3A83EE-475F-6737-C375-EB0C4B7E42B1}"/>
              </a:ext>
            </a:extLst>
          </p:cNvPr>
          <p:cNvSpPr txBox="1"/>
          <p:nvPr/>
        </p:nvSpPr>
        <p:spPr>
          <a:xfrm>
            <a:off x="2546800" y="2980467"/>
            <a:ext cx="77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id</a:t>
            </a:r>
          </a:p>
        </p:txBody>
      </p:sp>
      <p:sp>
        <p:nvSpPr>
          <p:cNvPr id="152" name="楕円 151">
            <a:extLst>
              <a:ext uri="{FF2B5EF4-FFF2-40B4-BE49-F238E27FC236}">
                <a16:creationId xmlns:a16="http://schemas.microsoft.com/office/drawing/2014/main" id="{B89E93B9-AF01-9675-214B-17CEB2C181D5}"/>
              </a:ext>
            </a:extLst>
          </p:cNvPr>
          <p:cNvSpPr/>
          <p:nvPr/>
        </p:nvSpPr>
        <p:spPr>
          <a:xfrm>
            <a:off x="5522214" y="5419108"/>
            <a:ext cx="2237671" cy="9036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</a:t>
            </a:r>
            <a:r>
              <a:rPr lang="ja-JP" altLang="ja-JP" dirty="0"/>
              <a:t>dentifier</a:t>
            </a:r>
          </a:p>
          <a:p>
            <a:pPr algn="ctr"/>
            <a:r>
              <a:rPr lang="en-US" altLang="ja-JP" dirty="0"/>
              <a:t>“console”</a:t>
            </a:r>
            <a:endParaRPr lang="ja-JP" altLang="ja-JP" dirty="0"/>
          </a:p>
          <a:p>
            <a:pPr algn="ctr"/>
            <a:endParaRPr lang="ja-JP" altLang="ja-JP" dirty="0"/>
          </a:p>
        </p:txBody>
      </p: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4905030D-AD8A-1F2E-FDEB-B726594733F5}"/>
              </a:ext>
            </a:extLst>
          </p:cNvPr>
          <p:cNvSpPr txBox="1"/>
          <p:nvPr/>
        </p:nvSpPr>
        <p:spPr>
          <a:xfrm>
            <a:off x="6088492" y="4981660"/>
            <a:ext cx="1671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object</a:t>
            </a:r>
          </a:p>
        </p:txBody>
      </p:sp>
      <p:cxnSp>
        <p:nvCxnSpPr>
          <p:cNvPr id="160" name="直線コネクタ 159">
            <a:extLst>
              <a:ext uri="{FF2B5EF4-FFF2-40B4-BE49-F238E27FC236}">
                <a16:creationId xmlns:a16="http://schemas.microsoft.com/office/drawing/2014/main" id="{B6AB3F12-0EF2-1170-E521-46A456466BD7}"/>
              </a:ext>
            </a:extLst>
          </p:cNvPr>
          <p:cNvCxnSpPr>
            <a:cxnSpLocks/>
            <a:stCxn id="174" idx="4"/>
            <a:endCxn id="152" idx="0"/>
          </p:cNvCxnSpPr>
          <p:nvPr/>
        </p:nvCxnSpPr>
        <p:spPr>
          <a:xfrm flipH="1">
            <a:off x="6641050" y="4515274"/>
            <a:ext cx="2120790" cy="90383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楕円 173">
            <a:extLst>
              <a:ext uri="{FF2B5EF4-FFF2-40B4-BE49-F238E27FC236}">
                <a16:creationId xmlns:a16="http://schemas.microsoft.com/office/drawing/2014/main" id="{51D2E148-5ACF-B6CC-7EA5-B00BB0A015B8}"/>
              </a:ext>
            </a:extLst>
          </p:cNvPr>
          <p:cNvSpPr/>
          <p:nvPr/>
        </p:nvSpPr>
        <p:spPr>
          <a:xfrm>
            <a:off x="7720044" y="3707822"/>
            <a:ext cx="2083592" cy="80745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ja-JP" altLang="ja-JP" dirty="0"/>
              <a:t>MemberExpression</a:t>
            </a:r>
          </a:p>
        </p:txBody>
      </p:sp>
      <p:cxnSp>
        <p:nvCxnSpPr>
          <p:cNvPr id="182" name="直線コネクタ 181">
            <a:extLst>
              <a:ext uri="{FF2B5EF4-FFF2-40B4-BE49-F238E27FC236}">
                <a16:creationId xmlns:a16="http://schemas.microsoft.com/office/drawing/2014/main" id="{B7B8914C-FFDF-E69F-611B-65A2BAFE3FBD}"/>
              </a:ext>
            </a:extLst>
          </p:cNvPr>
          <p:cNvCxnSpPr>
            <a:cxnSpLocks/>
            <a:stCxn id="51" idx="4"/>
            <a:endCxn id="174" idx="0"/>
          </p:cNvCxnSpPr>
          <p:nvPr/>
        </p:nvCxnSpPr>
        <p:spPr>
          <a:xfrm flipH="1">
            <a:off x="8761840" y="3088507"/>
            <a:ext cx="582983" cy="61931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5" name="テキスト ボックス 194">
            <a:extLst>
              <a:ext uri="{FF2B5EF4-FFF2-40B4-BE49-F238E27FC236}">
                <a16:creationId xmlns:a16="http://schemas.microsoft.com/office/drawing/2014/main" id="{3855F461-1A9D-0298-F941-BC8C8B527E36}"/>
              </a:ext>
            </a:extLst>
          </p:cNvPr>
          <p:cNvSpPr txBox="1"/>
          <p:nvPr/>
        </p:nvSpPr>
        <p:spPr>
          <a:xfrm>
            <a:off x="7831518" y="3159142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ja-JP" dirty="0"/>
              <a:t>callee</a:t>
            </a:r>
          </a:p>
        </p:txBody>
      </p:sp>
      <p:sp>
        <p:nvSpPr>
          <p:cNvPr id="208" name="テキスト ボックス 207">
            <a:extLst>
              <a:ext uri="{FF2B5EF4-FFF2-40B4-BE49-F238E27FC236}">
                <a16:creationId xmlns:a16="http://schemas.microsoft.com/office/drawing/2014/main" id="{1195E7F0-518E-39AC-D55E-797C22995A4E}"/>
              </a:ext>
            </a:extLst>
          </p:cNvPr>
          <p:cNvSpPr txBox="1"/>
          <p:nvPr/>
        </p:nvSpPr>
        <p:spPr>
          <a:xfrm>
            <a:off x="52968" y="4343654"/>
            <a:ext cx="376140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dirty="0"/>
              <a:t>let a</a:t>
            </a:r>
            <a:br>
              <a:rPr lang="ja-JP" altLang="ja-JP" dirty="0"/>
            </a:br>
            <a:r>
              <a:rPr lang="ja-JP" altLang="ja-JP" dirty="0"/>
              <a:t>a</a:t>
            </a:r>
            <a:br>
              <a:rPr lang="ja-JP" altLang="ja-JP" dirty="0"/>
            </a:br>
            <a:r>
              <a:rPr lang="ja-JP" altLang="ja-JP" dirty="0"/>
              <a:t>=</a:t>
            </a:r>
            <a:br>
              <a:rPr lang="ja-JP" altLang="ja-JP" dirty="0"/>
            </a:br>
            <a:r>
              <a:rPr lang="ja-JP" altLang="ja-JP" dirty="0"/>
              <a:t>3</a:t>
            </a:r>
            <a:br>
              <a:rPr lang="ja-JP" altLang="ja-JP" dirty="0"/>
            </a:br>
            <a:r>
              <a:rPr lang="ja-JP" altLang="ja-JP" dirty="0"/>
              <a:t>console.log(a)</a:t>
            </a:r>
            <a:endParaRPr lang="en-US" altLang="ja-JP" dirty="0"/>
          </a:p>
          <a:p>
            <a:r>
              <a:rPr lang="ja-JP" altLang="en-US" dirty="0"/>
              <a:t>と</a:t>
            </a:r>
            <a:endParaRPr lang="en-US" altLang="ja-JP" dirty="0"/>
          </a:p>
          <a:p>
            <a:r>
              <a:rPr lang="en-US" altLang="ja-JP" dirty="0"/>
              <a:t>let a; a = 3; console.log(a);</a:t>
            </a:r>
          </a:p>
          <a:p>
            <a:r>
              <a:rPr lang="ja-JP" altLang="en-US" dirty="0"/>
              <a:t>で同様。</a:t>
            </a:r>
            <a:endParaRPr lang="ja-JP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987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82</Words>
  <Application>Microsoft Office PowerPoint</Application>
  <PresentationFormat>ワイド画面</PresentationFormat>
  <Paragraphs>37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Matsui Haruka (松井 晴香)</dc:creator>
  <cp:lastModifiedBy>Matsui Haruka (松井 晴香)</cp:lastModifiedBy>
  <cp:revision>9</cp:revision>
  <dcterms:created xsi:type="dcterms:W3CDTF">2026-09-05T06:37:03Z</dcterms:created>
  <dcterms:modified xsi:type="dcterms:W3CDTF">2026-09-05T07:20:11Z</dcterms:modified>
</cp:coreProperties>
</file>